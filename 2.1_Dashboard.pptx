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39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30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74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94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19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82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38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92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62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8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0097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604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3163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439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706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1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57335-DA9F-410D-95BF-2C69C7221FF1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6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180DD-26BE-9C38-7360-8B204F5D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973" y="1239253"/>
            <a:ext cx="7766936" cy="2474699"/>
          </a:xfrm>
        </p:spPr>
        <p:txBody>
          <a:bodyPr/>
          <a:lstStyle/>
          <a:p>
            <a:pPr algn="ctr"/>
            <a:r>
              <a:rPr lang="ru-RU" sz="3200" dirty="0" err="1">
                <a:latin typeface="+mn-lt"/>
              </a:rPr>
              <a:t>Дашборд</a:t>
            </a:r>
            <a:r>
              <a:rPr lang="ru-RU" sz="3200" dirty="0">
                <a:latin typeface="+mn-lt"/>
              </a:rPr>
              <a:t> для генерального директора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393411-C185-5C58-5CF7-C5790DB1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3274" y="4432217"/>
            <a:ext cx="5454316" cy="1006057"/>
          </a:xfrm>
        </p:spPr>
        <p:txBody>
          <a:bodyPr/>
          <a:lstStyle/>
          <a:p>
            <a:r>
              <a:rPr lang="ru-RU" dirty="0" err="1"/>
              <a:t>Дускалиев</a:t>
            </a:r>
            <a:r>
              <a:rPr lang="ru-RU" dirty="0"/>
              <a:t> А.С ИСИТ-31</a:t>
            </a:r>
          </a:p>
        </p:txBody>
      </p:sp>
    </p:spTree>
    <p:extLst>
      <p:ext uri="{BB962C8B-B14F-4D97-AF65-F5344CB8AC3E}">
        <p14:creationId xmlns:p14="http://schemas.microsoft.com/office/powerpoint/2010/main" val="286732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2C1AF-ABD6-948E-823E-B82D8DC5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 </a:t>
            </a:r>
            <a:r>
              <a:rPr lang="ru-RU" dirty="0" err="1"/>
              <a:t>дашборда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C69D80-9B69-7691-05E5-42843C4B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503" y="5601621"/>
            <a:ext cx="8596668" cy="3880773"/>
          </a:xfrm>
        </p:spPr>
        <p:txBody>
          <a:bodyPr/>
          <a:lstStyle/>
          <a:p>
            <a:r>
              <a:rPr lang="ru-RU" dirty="0"/>
              <a:t>Скриншот всей страницы из Power BI (кнопка </a:t>
            </a:r>
            <a:r>
              <a:rPr lang="ru-RU" dirty="0" err="1"/>
              <a:t>PrtSc</a:t>
            </a:r>
            <a:r>
              <a:rPr lang="ru-RU" dirty="0"/>
              <a:t> или </a:t>
            </a:r>
            <a:r>
              <a:rPr lang="ru-RU" dirty="0" err="1"/>
              <a:t>Win+Shift+S</a:t>
            </a:r>
            <a:r>
              <a:rPr lang="ru-RU" dirty="0"/>
              <a:t>)</a:t>
            </a:r>
          </a:p>
          <a:p>
            <a:r>
              <a:rPr lang="ru-RU" dirty="0"/>
              <a:t>Заголовок: «</a:t>
            </a:r>
            <a:r>
              <a:rPr lang="ru-RU" dirty="0" err="1"/>
              <a:t>Дашборд</a:t>
            </a:r>
            <a:r>
              <a:rPr lang="ru-RU" dirty="0"/>
              <a:t> генерального директора»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A1E364-FF5B-6096-BFD5-A57340EC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70000"/>
            <a:ext cx="6415537" cy="404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3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E9BEF-D9B6-7B6C-0F46-740EB1A0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12601"/>
            <a:ext cx="8596668" cy="1320800"/>
          </a:xfrm>
        </p:spPr>
        <p:txBody>
          <a:bodyPr/>
          <a:lstStyle/>
          <a:p>
            <a:r>
              <a:rPr lang="ru-RU" dirty="0"/>
              <a:t>Основные </a:t>
            </a:r>
            <a:r>
              <a:rPr lang="en-US" dirty="0"/>
              <a:t>KPI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1BFD66-45CF-A289-2C53-D4BC1CD83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776" y="5457241"/>
            <a:ext cx="8596668" cy="3880773"/>
          </a:xfrm>
        </p:spPr>
        <p:txBody>
          <a:bodyPr>
            <a:normAutofit/>
          </a:bodyPr>
          <a:lstStyle/>
          <a:p>
            <a:r>
              <a:rPr lang="ru-RU" dirty="0"/>
              <a:t>Общая выручка — X млн, прибыль — Y млн, рентабельность — Z%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7DA9FF-EDA0-34FC-7700-FF5A9E822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6" y="2281391"/>
            <a:ext cx="8434137" cy="178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7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8092E-4D38-99BF-D10A-967489AD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Тренды и лидеры/отстающие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509EE7-8644-45FF-991D-7558455AF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7" y="5397748"/>
            <a:ext cx="9669824" cy="883400"/>
          </a:xfrm>
        </p:spPr>
        <p:txBody>
          <a:bodyPr/>
          <a:lstStyle/>
          <a:p>
            <a:r>
              <a:rPr lang="ru-RU" dirty="0"/>
              <a:t>Выручка растёт с 2020 по 2022. Топ-продукт — Product A. Product E убыточен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9135BC-551A-F7E2-3F90-F42DA5413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60252"/>
            <a:ext cx="8598329" cy="36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8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F28D9-E11A-A286-A399-10A98682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41947"/>
            <a:ext cx="8596668" cy="1320800"/>
          </a:xfrm>
        </p:spPr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6636E2-F04D-04D2-1283-C7D356DA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76" y="2349540"/>
            <a:ext cx="9929677" cy="3880773"/>
          </a:xfrm>
        </p:spPr>
        <p:txBody>
          <a:bodyPr>
            <a:normAutofit/>
          </a:bodyPr>
          <a:lstStyle/>
          <a:p>
            <a:r>
              <a:rPr lang="ru-RU" sz="2800" dirty="0" err="1"/>
              <a:t>Дашборд</a:t>
            </a:r>
            <a:r>
              <a:rPr lang="ru-RU" sz="2800" dirty="0"/>
              <a:t> позволяет генеральному директору за 1 минуту оценить общую картину бизнеса, увидеть тренды и принять решение по убыточным направлениям</a:t>
            </a:r>
          </a:p>
        </p:txBody>
      </p:sp>
    </p:spTree>
    <p:extLst>
      <p:ext uri="{BB962C8B-B14F-4D97-AF65-F5344CB8AC3E}">
        <p14:creationId xmlns:p14="http://schemas.microsoft.com/office/powerpoint/2010/main" val="360382908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92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Дашборд для генерального директора</vt:lpstr>
      <vt:lpstr>Скриншот дашборда</vt:lpstr>
      <vt:lpstr>Основные KPI</vt:lpstr>
      <vt:lpstr>Тренды и лидеры/отстающие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</dc:creator>
  <cp:lastModifiedBy>Artem</cp:lastModifiedBy>
  <cp:revision>3</cp:revision>
  <dcterms:created xsi:type="dcterms:W3CDTF">2026-05-12T19:18:39Z</dcterms:created>
  <dcterms:modified xsi:type="dcterms:W3CDTF">2026-05-12T19:27:29Z</dcterms:modified>
</cp:coreProperties>
</file>